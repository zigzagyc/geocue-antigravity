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HearHere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Location Accessibility &amp; Community Engagement</a:t>
            </a:r>
          </a:p>
          <a:p/>
          <a:p>
            <a:r>
              <a:t>Creators: Randall Zhang, Runxin Tao, Jefferson Liu, Xiyao Sha</a:t>
            </a:r>
          </a:p>
          <a:p>
            <a:r>
              <a:t>Coach: Yuecheng Zhang</a:t>
            </a:r>
          </a:p>
          <a:p/>
          <a:p>
            <a:r>
              <a:t>2026 Presidential AI Challenge - Track 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Invisible 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Visual Impairment</a:t>
            </a:r>
          </a:p>
          <a:p>
            <a:pPr lvl="1"/>
            <a:r>
              <a:t>Over 2.2 Billion people globally face vision challenges. Static signs don't talk back.</a:t>
            </a:r>
          </a:p>
          <a:p>
            <a:pPr>
              <a:defRPr b="1" sz="2400"/>
            </a:pPr>
            <a:r>
              <a:t>Language Barriers</a:t>
            </a:r>
          </a:p>
          <a:p>
            <a:pPr lvl="1"/>
            <a:r>
              <a:t>Local history and safety info are often English-only, isolating non-native speakers.</a:t>
            </a:r>
          </a:p>
          <a:p>
            <a:pPr>
              <a:defRPr b="1" sz="2400"/>
            </a:pPr>
            <a:r>
              <a:t>Static Information</a:t>
            </a:r>
          </a:p>
          <a:p>
            <a:pPr lvl="1"/>
            <a:r>
              <a:t>Physical signs are expensive to update and never adapt to the user.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HearHere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Anchoring Digital Knowledge to Physical Spaces</a:t>
            </a:r>
          </a:p>
          <a:p>
            <a:pPr lvl="1"/>
            <a:r>
              <a:t>An invisible layer of accessibility over the real world.</a:t>
            </a:r>
          </a:p>
          <a:p>
            <a:pPr lvl="1"/>
            <a:r>
              <a:t>"Cues": Location-based audio markers.</a:t>
            </a:r>
          </a:p>
          <a:p>
            <a:pPr lvl="1"/>
            <a:r>
              <a:t>Hands-Free: Information plays automatically when you are nearby.</a:t>
            </a:r>
          </a:p>
          <a:p>
            <a:pPr lvl="1"/>
            <a:r>
              <a:t>Inclusive: For the visually impaired, the curious tourist, and the local historian.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Powered by Google Gemini 1.5 Flash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AI? To democratize accessibility creation.</a:t>
            </a:r>
          </a:p>
          <a:p>
            <a:pPr>
              <a:defRPr b="1"/>
            </a:pPr>
            <a:r>
              <a:t>Intelligent Speech-to-Text (STT)</a:t>
            </a:r>
          </a:p>
          <a:p>
            <a:pPr lvl="1"/>
            <a:r>
              <a:t>Create Cues just by speaking. AI cleans up the text for you.</a:t>
            </a:r>
          </a:p>
          <a:p>
            <a:pPr>
              <a:defRPr b="1"/>
            </a:pPr>
            <a:r>
              <a:t>Generative Translation</a:t>
            </a:r>
          </a:p>
          <a:p>
            <a:pPr lvl="1"/>
            <a:r>
              <a:t>Breaking language barriers in real-time.</a:t>
            </a:r>
          </a:p>
          <a:p>
            <a:pPr lvl="1"/>
            <a:r>
              <a:t>Context-aware translation (preserves nuance over literal translation).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Proximity-Based Playback</a:t>
            </a:r>
          </a:p>
          <a:p>
            <a:pPr lvl="1"/>
            <a:r>
              <a:t>Safety first. No need to look at the screen while walking.</a:t>
            </a:r>
          </a:p>
          <a:p>
            <a:pPr>
              <a:defRPr b="1"/>
            </a:pPr>
            <a:r>
              <a:t>Universal Creation</a:t>
            </a:r>
          </a:p>
          <a:p>
            <a:pPr lvl="1"/>
            <a:r>
              <a:t>Anyone can leave a Cue. From "Wet Cement" warnings to historic facts.</a:t>
            </a:r>
          </a:p>
          <a:p>
            <a:pPr>
              <a:defRPr b="1"/>
            </a:pPr>
            <a:r>
              <a:t>Casting Support</a:t>
            </a:r>
          </a:p>
          <a:p>
            <a:pPr lvl="1"/>
            <a:r>
              <a:t>Project audio to Google Home/AirPlay for classroom or group tour settings.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Flutter (Dart) - Single codebase for iOS and Android.</a:t>
            </a:r>
          </a:p>
          <a:p>
            <a:r>
              <a:t>State Management: Riverpod for robustness.</a:t>
            </a:r>
          </a:p>
          <a:p>
            <a:r>
              <a:t>AI Service: Google Gemini API integration.</a:t>
            </a:r>
          </a:p>
          <a:p>
            <a:r>
              <a:t>Background Efficiency: ProximityService smart location monitoring.</a:t>
            </a:r>
          </a:p>
          <a:p>
            <a:pPr lvl="1"/>
            <a:r>
              <a:t>[Architecture Diagram Placeholder]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Short Term: Computer Vision</a:t>
            </a:r>
          </a:p>
          <a:p>
            <a:pPr lvl="1"/>
            <a:r>
              <a:t>"Snap to Ask" - Take a photo of a building to generate a Cue.</a:t>
            </a:r>
          </a:p>
          <a:p>
            <a:pPr>
              <a:defRPr b="1"/>
            </a:pPr>
            <a:r>
              <a:t>Mid Term: Personalized Tours</a:t>
            </a:r>
          </a:p>
          <a:p>
            <a:pPr lvl="1"/>
            <a:r>
              <a:t>"Show me 19th-century architecture near me."</a:t>
            </a:r>
          </a:p>
          <a:p>
            <a:pPr>
              <a:defRPr b="1"/>
            </a:pPr>
            <a:r>
              <a:t>Long Term: Hazard Detection</a:t>
            </a:r>
          </a:p>
          <a:p>
            <a:pPr lvl="1"/>
            <a:r>
              <a:t>Aggregating user Cues to help municipalities fix unsafe areas.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A Digital Layer of Empathy</a:t>
            </a:r>
          </a:p>
          <a:p>
            <a:pPr lvl="1"/>
            <a:r>
              <a:t>HearHere re-connects us with our neighborhoods and makes "Accessibility" a community effort.</a:t>
            </a:r>
          </a:p>
          <a:p>
            <a:pPr>
              <a:defRPr b="1"/>
            </a:pPr>
            <a:r>
              <a:t>Call to Action</a:t>
            </a:r>
          </a:p>
          <a:p>
            <a:pPr lvl="1"/>
            <a:r>
              <a:t>Let's make every location speak to everyone.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